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1385A9-474D-418F-A7DF-2BB5A5A3196C}" v="165" dt="2026-02-18T18:56:58.23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ourya Awasthi" userId="2b568adc3f0fecc0" providerId="LiveId" clId="{0F4A6331-92D5-4150-8AB6-7671840FC0B4}"/>
    <pc:docChg chg="undo redo custSel addSld delSld modSld">
      <pc:chgData name="Shourya Awasthi" userId="2b568adc3f0fecc0" providerId="LiveId" clId="{0F4A6331-92D5-4150-8AB6-7671840FC0B4}" dt="2026-02-18T18:58:27.857" v="1322" actId="732"/>
      <pc:docMkLst>
        <pc:docMk/>
      </pc:docMkLst>
      <pc:sldChg chg="modSp mod">
        <pc:chgData name="Shourya Awasthi" userId="2b568adc3f0fecc0" providerId="LiveId" clId="{0F4A6331-92D5-4150-8AB6-7671840FC0B4}" dt="2026-02-18T14:38:43.246" v="678" actId="1076"/>
        <pc:sldMkLst>
          <pc:docMk/>
          <pc:sldMk cId="0" sldId="256"/>
        </pc:sldMkLst>
        <pc:spChg chg="mod">
          <ac:chgData name="Shourya Awasthi" userId="2b568adc3f0fecc0" providerId="LiveId" clId="{0F4A6331-92D5-4150-8AB6-7671840FC0B4}" dt="2026-02-18T14:35:14.372" v="594" actId="2711"/>
          <ac:spMkLst>
            <pc:docMk/>
            <pc:sldMk cId="0" sldId="256"/>
            <ac:spMk id="3" creationId="{00000000-0000-0000-0000-000000000000}"/>
          </ac:spMkLst>
        </pc:spChg>
        <pc:spChg chg="mod">
          <ac:chgData name="Shourya Awasthi" userId="2b568adc3f0fecc0" providerId="LiveId" clId="{0F4A6331-92D5-4150-8AB6-7671840FC0B4}" dt="2026-02-18T14:38:43.246" v="678" actId="1076"/>
          <ac:spMkLst>
            <pc:docMk/>
            <pc:sldMk cId="0" sldId="256"/>
            <ac:spMk id="4" creationId="{00000000-0000-0000-0000-000000000000}"/>
          </ac:spMkLst>
        </pc:spChg>
      </pc:sldChg>
      <pc:sldChg chg="addSp delSp modSp mod">
        <pc:chgData name="Shourya Awasthi" userId="2b568adc3f0fecc0" providerId="LiveId" clId="{0F4A6331-92D5-4150-8AB6-7671840FC0B4}" dt="2026-02-18T18:53:45.755" v="1296" actId="14100"/>
        <pc:sldMkLst>
          <pc:docMk/>
          <pc:sldMk cId="0" sldId="257"/>
        </pc:sldMkLst>
        <pc:spChg chg="mod">
          <ac:chgData name="Shourya Awasthi" userId="2b568adc3f0fecc0" providerId="LiveId" clId="{0F4A6331-92D5-4150-8AB6-7671840FC0B4}" dt="2026-02-18T18:45:57.504" v="1245" actId="1076"/>
          <ac:spMkLst>
            <pc:docMk/>
            <pc:sldMk cId="0" sldId="257"/>
            <ac:spMk id="2" creationId="{00000000-0000-0000-0000-000000000000}"/>
          </ac:spMkLst>
        </pc:spChg>
        <pc:spChg chg="add mod">
          <ac:chgData name="Shourya Awasthi" userId="2b568adc3f0fecc0" providerId="LiveId" clId="{0F4A6331-92D5-4150-8AB6-7671840FC0B4}" dt="2026-02-18T18:46:00.980" v="1246" actId="1076"/>
          <ac:spMkLst>
            <pc:docMk/>
            <pc:sldMk cId="0" sldId="257"/>
            <ac:spMk id="9" creationId="{2CA4688A-C762-243D-928F-931B1127A7EE}"/>
          </ac:spMkLst>
        </pc:spChg>
        <pc:spChg chg="add mod">
          <ac:chgData name="Shourya Awasthi" userId="2b568adc3f0fecc0" providerId="LiveId" clId="{0F4A6331-92D5-4150-8AB6-7671840FC0B4}" dt="2026-02-18T18:46:04.741" v="1247" actId="1076"/>
          <ac:spMkLst>
            <pc:docMk/>
            <pc:sldMk cId="0" sldId="257"/>
            <ac:spMk id="11" creationId="{E0168A37-54BC-66F3-E9A2-66D0ED903AAE}"/>
          </ac:spMkLst>
        </pc:spChg>
        <pc:spChg chg="add mod">
          <ac:chgData name="Shourya Awasthi" userId="2b568adc3f0fecc0" providerId="LiveId" clId="{0F4A6331-92D5-4150-8AB6-7671840FC0B4}" dt="2026-02-18T18:46:08.051" v="1248" actId="1076"/>
          <ac:spMkLst>
            <pc:docMk/>
            <pc:sldMk cId="0" sldId="257"/>
            <ac:spMk id="13" creationId="{A1D4195F-7292-61A2-D16E-540BF94DA633}"/>
          </ac:spMkLst>
        </pc:spChg>
        <pc:picChg chg="add del mod">
          <ac:chgData name="Shourya Awasthi" userId="2b568adc3f0fecc0" providerId="LiveId" clId="{0F4A6331-92D5-4150-8AB6-7671840FC0B4}" dt="2026-02-18T13:16:46.048" v="468" actId="478"/>
          <ac:picMkLst>
            <pc:docMk/>
            <pc:sldMk cId="0" sldId="257"/>
            <ac:picMk id="7" creationId="{E156ED36-879A-84CB-E981-9885F7C99B68}"/>
          </ac:picMkLst>
        </pc:picChg>
        <pc:picChg chg="add del mod">
          <ac:chgData name="Shourya Awasthi" userId="2b568adc3f0fecc0" providerId="LiveId" clId="{0F4A6331-92D5-4150-8AB6-7671840FC0B4}" dt="2026-02-18T13:25:32.120" v="576" actId="478"/>
          <ac:picMkLst>
            <pc:docMk/>
            <pc:sldMk cId="0" sldId="257"/>
            <ac:picMk id="15" creationId="{54D5342C-C1B8-C58C-8D34-57A4153EB47F}"/>
          </ac:picMkLst>
        </pc:picChg>
        <pc:picChg chg="add mod">
          <ac:chgData name="Shourya Awasthi" userId="2b568adc3f0fecc0" providerId="LiveId" clId="{0F4A6331-92D5-4150-8AB6-7671840FC0B4}" dt="2026-02-18T18:46:11.577" v="1249" actId="1076"/>
          <ac:picMkLst>
            <pc:docMk/>
            <pc:sldMk cId="0" sldId="257"/>
            <ac:picMk id="17" creationId="{580D5CCE-94A2-58E6-CDE5-C5C72EECC8CB}"/>
          </ac:picMkLst>
        </pc:picChg>
        <pc:picChg chg="add mod">
          <ac:chgData name="Shourya Awasthi" userId="2b568adc3f0fecc0" providerId="LiveId" clId="{0F4A6331-92D5-4150-8AB6-7671840FC0B4}" dt="2026-02-18T18:53:45.755" v="1296" actId="14100"/>
          <ac:picMkLst>
            <pc:docMk/>
            <pc:sldMk cId="0" sldId="257"/>
            <ac:picMk id="1026" creationId="{9089FE66-AF79-473D-8F76-12ED1F1FF808}"/>
          </ac:picMkLst>
        </pc:picChg>
      </pc:sldChg>
      <pc:sldChg chg="addSp delSp modSp mod">
        <pc:chgData name="Shourya Awasthi" userId="2b568adc3f0fecc0" providerId="LiveId" clId="{0F4A6331-92D5-4150-8AB6-7671840FC0B4}" dt="2026-02-18T18:54:02.113" v="1300" actId="14100"/>
        <pc:sldMkLst>
          <pc:docMk/>
          <pc:sldMk cId="0" sldId="258"/>
        </pc:sldMkLst>
        <pc:spChg chg="mod">
          <ac:chgData name="Shourya Awasthi" userId="2b568adc3f0fecc0" providerId="LiveId" clId="{0F4A6331-92D5-4150-8AB6-7671840FC0B4}" dt="2026-02-18T18:35:45.244" v="1172" actId="1076"/>
          <ac:spMkLst>
            <pc:docMk/>
            <pc:sldMk cId="0" sldId="258"/>
            <ac:spMk id="2" creationId="{00000000-0000-0000-0000-000000000000}"/>
          </ac:spMkLst>
        </pc:spChg>
        <pc:spChg chg="add del mod">
          <ac:chgData name="Shourya Awasthi" userId="2b568adc3f0fecc0" providerId="LiveId" clId="{0F4A6331-92D5-4150-8AB6-7671840FC0B4}" dt="2026-02-18T13:20:01.087" v="523" actId="478"/>
          <ac:spMkLst>
            <pc:docMk/>
            <pc:sldMk cId="0" sldId="258"/>
            <ac:spMk id="7" creationId="{079D29CC-8597-867A-3E1E-8A6FB8050472}"/>
          </ac:spMkLst>
        </pc:spChg>
        <pc:spChg chg="add mod">
          <ac:chgData name="Shourya Awasthi" userId="2b568adc3f0fecc0" providerId="LiveId" clId="{0F4A6331-92D5-4150-8AB6-7671840FC0B4}" dt="2026-02-18T18:35:53.018" v="1174" actId="1076"/>
          <ac:spMkLst>
            <pc:docMk/>
            <pc:sldMk cId="0" sldId="258"/>
            <ac:spMk id="9" creationId="{84BBC2CF-910C-A855-8EEE-2422980ADFCF}"/>
          </ac:spMkLst>
        </pc:spChg>
        <pc:picChg chg="add del mod">
          <ac:chgData name="Shourya Awasthi" userId="2b568adc3f0fecc0" providerId="LiveId" clId="{0F4A6331-92D5-4150-8AB6-7671840FC0B4}" dt="2026-02-18T18:26:22.853" v="1139" actId="21"/>
          <ac:picMkLst>
            <pc:docMk/>
            <pc:sldMk cId="0" sldId="258"/>
            <ac:picMk id="6" creationId="{3131FB60-B9D6-0C0A-A67B-AB4CAF337912}"/>
          </ac:picMkLst>
        </pc:picChg>
        <pc:picChg chg="add del mod">
          <ac:chgData name="Shourya Awasthi" userId="2b568adc3f0fecc0" providerId="LiveId" clId="{0F4A6331-92D5-4150-8AB6-7671840FC0B4}" dt="2026-02-18T18:27:42.880" v="1150" actId="21"/>
          <ac:picMkLst>
            <pc:docMk/>
            <pc:sldMk cId="0" sldId="258"/>
            <ac:picMk id="2050" creationId="{2E6839B2-F654-9E63-CC3F-20C20CDA9B37}"/>
          </ac:picMkLst>
        </pc:picChg>
        <pc:picChg chg="add del mod">
          <ac:chgData name="Shourya Awasthi" userId="2b568adc3f0fecc0" providerId="LiveId" clId="{0F4A6331-92D5-4150-8AB6-7671840FC0B4}" dt="2026-02-18T18:46:48.165" v="1258" actId="21"/>
          <ac:picMkLst>
            <pc:docMk/>
            <pc:sldMk cId="0" sldId="258"/>
            <ac:picMk id="2052" creationId="{319F952A-FDEE-F256-6270-F8C4BBEF54F8}"/>
          </ac:picMkLst>
        </pc:picChg>
        <pc:picChg chg="add mod">
          <ac:chgData name="Shourya Awasthi" userId="2b568adc3f0fecc0" providerId="LiveId" clId="{0F4A6331-92D5-4150-8AB6-7671840FC0B4}" dt="2026-02-18T18:54:02.113" v="1300" actId="14100"/>
          <ac:picMkLst>
            <pc:docMk/>
            <pc:sldMk cId="0" sldId="258"/>
            <ac:picMk id="2054" creationId="{5545B324-8209-D8E4-B563-DFB7C0DBBEFD}"/>
          </ac:picMkLst>
        </pc:picChg>
      </pc:sldChg>
      <pc:sldChg chg="addSp delSp modSp mod">
        <pc:chgData name="Shourya Awasthi" userId="2b568adc3f0fecc0" providerId="LiveId" clId="{0F4A6331-92D5-4150-8AB6-7671840FC0B4}" dt="2026-02-18T18:53:02.960" v="1290" actId="14100"/>
        <pc:sldMkLst>
          <pc:docMk/>
          <pc:sldMk cId="0" sldId="259"/>
        </pc:sldMkLst>
        <pc:spChg chg="mod">
          <ac:chgData name="Shourya Awasthi" userId="2b568adc3f0fecc0" providerId="LiveId" clId="{0F4A6331-92D5-4150-8AB6-7671840FC0B4}" dt="2026-02-18T18:33:22.318" v="1154" actId="1076"/>
          <ac:spMkLst>
            <pc:docMk/>
            <pc:sldMk cId="0" sldId="259"/>
            <ac:spMk id="2" creationId="{00000000-0000-0000-0000-000000000000}"/>
          </ac:spMkLst>
        </pc:spChg>
        <pc:spChg chg="add del">
          <ac:chgData name="Shourya Awasthi" userId="2b568adc3f0fecc0" providerId="LiveId" clId="{0F4A6331-92D5-4150-8AB6-7671840FC0B4}" dt="2026-02-18T18:34:53.824" v="1166" actId="21"/>
          <ac:spMkLst>
            <pc:docMk/>
            <pc:sldMk cId="0" sldId="259"/>
            <ac:spMk id="6" creationId="{792D05A7-1864-8C9C-5ED5-EBE5256014D9}"/>
          </ac:spMkLst>
        </pc:spChg>
        <pc:spChg chg="add mod">
          <ac:chgData name="Shourya Awasthi" userId="2b568adc3f0fecc0" providerId="LiveId" clId="{0F4A6331-92D5-4150-8AB6-7671840FC0B4}" dt="2026-02-18T18:33:30.561" v="1156" actId="14100"/>
          <ac:spMkLst>
            <pc:docMk/>
            <pc:sldMk cId="0" sldId="259"/>
            <ac:spMk id="7" creationId="{0C4463BF-5A4F-E803-5DCD-8AB53FBA5D0A}"/>
          </ac:spMkLst>
        </pc:spChg>
        <pc:picChg chg="add mod">
          <ac:chgData name="Shourya Awasthi" userId="2b568adc3f0fecc0" providerId="LiveId" clId="{0F4A6331-92D5-4150-8AB6-7671840FC0B4}" dt="2026-02-18T18:53:02.960" v="1290" actId="14100"/>
          <ac:picMkLst>
            <pc:docMk/>
            <pc:sldMk cId="0" sldId="259"/>
            <ac:picMk id="3074" creationId="{EF8275F9-1E1F-2319-8C41-501E2BBC9C2B}"/>
          </ac:picMkLst>
        </pc:picChg>
      </pc:sldChg>
      <pc:sldChg chg="addSp delSp modSp mod">
        <pc:chgData name="Shourya Awasthi" userId="2b568adc3f0fecc0" providerId="LiveId" clId="{0F4A6331-92D5-4150-8AB6-7671840FC0B4}" dt="2026-02-18T18:54:33.701" v="1304" actId="14100"/>
        <pc:sldMkLst>
          <pc:docMk/>
          <pc:sldMk cId="0" sldId="260"/>
        </pc:sldMkLst>
        <pc:spChg chg="mod">
          <ac:chgData name="Shourya Awasthi" userId="2b568adc3f0fecc0" providerId="LiveId" clId="{0F4A6331-92D5-4150-8AB6-7671840FC0B4}" dt="2026-02-18T18:39:25.728" v="1197" actId="1076"/>
          <ac:spMkLst>
            <pc:docMk/>
            <pc:sldMk cId="0" sldId="260"/>
            <ac:spMk id="2" creationId="{00000000-0000-0000-0000-000000000000}"/>
          </ac:spMkLst>
        </pc:spChg>
        <pc:spChg chg="add mod">
          <ac:chgData name="Shourya Awasthi" userId="2b568adc3f0fecc0" providerId="LiveId" clId="{0F4A6331-92D5-4150-8AB6-7671840FC0B4}" dt="2026-02-18T14:46:12.977" v="838" actId="1076"/>
          <ac:spMkLst>
            <pc:docMk/>
            <pc:sldMk cId="0" sldId="260"/>
            <ac:spMk id="7" creationId="{4D8636CB-EFE1-4CF7-79C4-D7D689C88CB8}"/>
          </ac:spMkLst>
        </pc:spChg>
        <pc:picChg chg="add del mod">
          <ac:chgData name="Shourya Awasthi" userId="2b568adc3f0fecc0" providerId="LiveId" clId="{0F4A6331-92D5-4150-8AB6-7671840FC0B4}" dt="2026-02-18T18:39:56.457" v="1205" actId="21"/>
          <ac:picMkLst>
            <pc:docMk/>
            <pc:sldMk cId="0" sldId="260"/>
            <ac:picMk id="5122" creationId="{D1FD20D8-940B-8371-2B9F-934505993038}"/>
          </ac:picMkLst>
        </pc:picChg>
        <pc:picChg chg="add mod">
          <ac:chgData name="Shourya Awasthi" userId="2b568adc3f0fecc0" providerId="LiveId" clId="{0F4A6331-92D5-4150-8AB6-7671840FC0B4}" dt="2026-02-18T18:54:33.701" v="1304" actId="14100"/>
          <ac:picMkLst>
            <pc:docMk/>
            <pc:sldMk cId="0" sldId="260"/>
            <ac:picMk id="5124" creationId="{FAF49E34-D791-33C1-90E5-FEB7E83B2A5E}"/>
          </ac:picMkLst>
        </pc:picChg>
      </pc:sldChg>
      <pc:sldChg chg="addSp delSp modSp mod">
        <pc:chgData name="Shourya Awasthi" userId="2b568adc3f0fecc0" providerId="LiveId" clId="{0F4A6331-92D5-4150-8AB6-7671840FC0B4}" dt="2026-02-18T18:54:47.367" v="1307" actId="14100"/>
        <pc:sldMkLst>
          <pc:docMk/>
          <pc:sldMk cId="0" sldId="261"/>
        </pc:sldMkLst>
        <pc:spChg chg="add del mod">
          <ac:chgData name="Shourya Awasthi" userId="2b568adc3f0fecc0" providerId="LiveId" clId="{0F4A6331-92D5-4150-8AB6-7671840FC0B4}" dt="2026-02-18T14:52:48.352" v="934" actId="478"/>
          <ac:spMkLst>
            <pc:docMk/>
            <pc:sldMk cId="0" sldId="261"/>
            <ac:spMk id="2" creationId="{00000000-0000-0000-0000-000000000000}"/>
          </ac:spMkLst>
        </pc:spChg>
        <pc:spChg chg="add mod">
          <ac:chgData name="Shourya Awasthi" userId="2b568adc3f0fecc0" providerId="LiveId" clId="{0F4A6331-92D5-4150-8AB6-7671840FC0B4}" dt="2026-02-18T18:45:22.080" v="1239" actId="1076"/>
          <ac:spMkLst>
            <pc:docMk/>
            <pc:sldMk cId="0" sldId="261"/>
            <ac:spMk id="7" creationId="{69C25152-A665-8FAA-ABA8-221D27BA2241}"/>
          </ac:spMkLst>
        </pc:spChg>
        <pc:spChg chg="add mod">
          <ac:chgData name="Shourya Awasthi" userId="2b568adc3f0fecc0" providerId="LiveId" clId="{0F4A6331-92D5-4150-8AB6-7671840FC0B4}" dt="2026-02-18T18:45:26.195" v="1240" actId="1076"/>
          <ac:spMkLst>
            <pc:docMk/>
            <pc:sldMk cId="0" sldId="261"/>
            <ac:spMk id="9" creationId="{033249D8-C558-CE52-82DB-BD31191908D6}"/>
          </ac:spMkLst>
        </pc:spChg>
        <pc:picChg chg="add mod">
          <ac:chgData name="Shourya Awasthi" userId="2b568adc3f0fecc0" providerId="LiveId" clId="{0F4A6331-92D5-4150-8AB6-7671840FC0B4}" dt="2026-02-18T18:54:47.367" v="1307" actId="14100"/>
          <ac:picMkLst>
            <pc:docMk/>
            <pc:sldMk cId="0" sldId="261"/>
            <ac:picMk id="4098" creationId="{7D6A3574-D949-3B74-8FF6-C23C83B917D0}"/>
          </ac:picMkLst>
        </pc:picChg>
      </pc:sldChg>
      <pc:sldChg chg="addSp delSp modSp mod">
        <pc:chgData name="Shourya Awasthi" userId="2b568adc3f0fecc0" providerId="LiveId" clId="{0F4A6331-92D5-4150-8AB6-7671840FC0B4}" dt="2026-02-18T18:58:27.857" v="1322" actId="732"/>
        <pc:sldMkLst>
          <pc:docMk/>
          <pc:sldMk cId="0" sldId="262"/>
        </pc:sldMkLst>
        <pc:spChg chg="mod">
          <ac:chgData name="Shourya Awasthi" userId="2b568adc3f0fecc0" providerId="LiveId" clId="{0F4A6331-92D5-4150-8AB6-7671840FC0B4}" dt="2026-02-18T18:41:57.250" v="1208" actId="1076"/>
          <ac:spMkLst>
            <pc:docMk/>
            <pc:sldMk cId="0" sldId="262"/>
            <ac:spMk id="2" creationId="{00000000-0000-0000-0000-000000000000}"/>
          </ac:spMkLst>
        </pc:spChg>
        <pc:spChg chg="add mod">
          <ac:chgData name="Shourya Awasthi" userId="2b568adc3f0fecc0" providerId="LiveId" clId="{0F4A6331-92D5-4150-8AB6-7671840FC0B4}" dt="2026-02-18T18:42:01.149" v="1209" actId="1076"/>
          <ac:spMkLst>
            <pc:docMk/>
            <pc:sldMk cId="0" sldId="262"/>
            <ac:spMk id="7" creationId="{E7FB6130-8E50-5523-7B82-4A6664DF9711}"/>
          </ac:spMkLst>
        </pc:spChg>
        <pc:picChg chg="add mod modCrop">
          <ac:chgData name="Shourya Awasthi" userId="2b568adc3f0fecc0" providerId="LiveId" clId="{0F4A6331-92D5-4150-8AB6-7671840FC0B4}" dt="2026-02-18T18:57:34.985" v="1318" actId="732"/>
          <ac:picMkLst>
            <pc:docMk/>
            <pc:sldMk cId="0" sldId="262"/>
            <ac:picMk id="8" creationId="{13A77978-ED0E-7206-4544-063BB71DB4BC}"/>
          </ac:picMkLst>
        </pc:picChg>
        <pc:picChg chg="add mod modCrop">
          <ac:chgData name="Shourya Awasthi" userId="2b568adc3f0fecc0" providerId="LiveId" clId="{0F4A6331-92D5-4150-8AB6-7671840FC0B4}" dt="2026-02-18T18:58:27.857" v="1322" actId="732"/>
          <ac:picMkLst>
            <pc:docMk/>
            <pc:sldMk cId="0" sldId="262"/>
            <ac:picMk id="10" creationId="{A65B2617-D969-386A-3FA9-ED6A5CC4CB39}"/>
          </ac:picMkLst>
        </pc:picChg>
        <pc:picChg chg="add del mod">
          <ac:chgData name="Shourya Awasthi" userId="2b568adc3f0fecc0" providerId="LiveId" clId="{0F4A6331-92D5-4150-8AB6-7671840FC0B4}" dt="2026-02-18T18:43:50.416" v="1225" actId="21"/>
          <ac:picMkLst>
            <pc:docMk/>
            <pc:sldMk cId="0" sldId="262"/>
            <ac:picMk id="6146" creationId="{F990492C-2605-EED2-413D-ED7CBF2FDBF1}"/>
          </ac:picMkLst>
        </pc:picChg>
        <pc:picChg chg="add del mod">
          <ac:chgData name="Shourya Awasthi" userId="2b568adc3f0fecc0" providerId="LiveId" clId="{0F4A6331-92D5-4150-8AB6-7671840FC0B4}" dt="2026-02-18T18:44:34.660" v="1230" actId="21"/>
          <ac:picMkLst>
            <pc:docMk/>
            <pc:sldMk cId="0" sldId="262"/>
            <ac:picMk id="6148" creationId="{34FB2C23-4C58-971E-C6D3-A08965506A2E}"/>
          </ac:picMkLst>
        </pc:picChg>
        <pc:picChg chg="add del mod">
          <ac:chgData name="Shourya Awasthi" userId="2b568adc3f0fecc0" providerId="LiveId" clId="{0F4A6331-92D5-4150-8AB6-7671840FC0B4}" dt="2026-02-18T18:56:58.234" v="1311" actId="478"/>
          <ac:picMkLst>
            <pc:docMk/>
            <pc:sldMk cId="0" sldId="262"/>
            <ac:picMk id="6150" creationId="{D4BE7B6C-05B0-A457-D0EC-2489D6D0B3FC}"/>
          </ac:picMkLst>
        </pc:picChg>
      </pc:sldChg>
      <pc:sldChg chg="addSp delSp modSp new mod">
        <pc:chgData name="Shourya Awasthi" userId="2b568adc3f0fecc0" providerId="LiveId" clId="{0F4A6331-92D5-4150-8AB6-7671840FC0B4}" dt="2026-02-18T18:51:16.644" v="1280" actId="115"/>
        <pc:sldMkLst>
          <pc:docMk/>
          <pc:sldMk cId="620973712" sldId="263"/>
        </pc:sldMkLst>
        <pc:spChg chg="mod">
          <ac:chgData name="Shourya Awasthi" userId="2b568adc3f0fecc0" providerId="LiveId" clId="{0F4A6331-92D5-4150-8AB6-7671840FC0B4}" dt="2026-02-18T16:55:33.699" v="1064" actId="404"/>
          <ac:spMkLst>
            <pc:docMk/>
            <pc:sldMk cId="620973712" sldId="263"/>
            <ac:spMk id="2" creationId="{52772211-DA40-0FB7-16B6-E0C76B0065BE}"/>
          </ac:spMkLst>
        </pc:spChg>
        <pc:spChg chg="mod">
          <ac:chgData name="Shourya Awasthi" userId="2b568adc3f0fecc0" providerId="LiveId" clId="{0F4A6331-92D5-4150-8AB6-7671840FC0B4}" dt="2026-02-18T18:51:16.644" v="1280" actId="115"/>
          <ac:spMkLst>
            <pc:docMk/>
            <pc:sldMk cId="620973712" sldId="263"/>
            <ac:spMk id="3" creationId="{10EC19CC-F737-62A2-B4AD-6AF3D5257C4D}"/>
          </ac:spMkLst>
        </pc:spChg>
        <pc:picChg chg="add mod">
          <ac:chgData name="Shourya Awasthi" userId="2b568adc3f0fecc0" providerId="LiveId" clId="{0F4A6331-92D5-4150-8AB6-7671840FC0B4}" dt="2026-02-18T16:55:15.430" v="1059" actId="1076"/>
          <ac:picMkLst>
            <pc:docMk/>
            <pc:sldMk cId="620973712" sldId="263"/>
            <ac:picMk id="4" creationId="{B1678649-F52D-97E3-0FA4-73C2670F6FBF}"/>
          </ac:picMkLst>
        </pc:picChg>
        <pc:picChg chg="add del mod">
          <ac:chgData name="Shourya Awasthi" userId="2b568adc3f0fecc0" providerId="LiveId" clId="{0F4A6331-92D5-4150-8AB6-7671840FC0B4}" dt="2026-02-18T18:50:55.111" v="1276" actId="21"/>
          <ac:picMkLst>
            <pc:docMk/>
            <pc:sldMk cId="620973712" sldId="263"/>
            <ac:picMk id="7170" creationId="{D3E3235F-60A5-772E-ADFE-6F21257A552E}"/>
          </ac:picMkLst>
        </pc:picChg>
      </pc:sldChg>
      <pc:sldChg chg="new del">
        <pc:chgData name="Shourya Awasthi" userId="2b568adc3f0fecc0" providerId="LiveId" clId="{0F4A6331-92D5-4150-8AB6-7671840FC0B4}" dt="2026-02-18T16:54:50.984" v="1055" actId="47"/>
        <pc:sldMkLst>
          <pc:docMk/>
          <pc:sldMk cId="2904964949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08725" y="369298"/>
            <a:ext cx="3596004" cy="569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96" y="2741587"/>
            <a:ext cx="208265" cy="20803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096" y="4254200"/>
            <a:ext cx="208265" cy="20804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096" y="5912986"/>
            <a:ext cx="208265" cy="20803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1096" y="7322049"/>
            <a:ext cx="208265" cy="20803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8618" y="134693"/>
            <a:ext cx="1104899" cy="11048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4925" y="2452170"/>
            <a:ext cx="7448550" cy="719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725" y="369298"/>
            <a:ext cx="3596004" cy="569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440" dirty="0">
                <a:solidFill>
                  <a:srgbClr val="FFFFFF"/>
                </a:solidFill>
                <a:latin typeface="Trebuchet MS"/>
                <a:cs typeface="Trebuchet MS"/>
              </a:rPr>
              <a:t>HACK</a:t>
            </a:r>
            <a:r>
              <a:rPr sz="355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50" spc="355" dirty="0">
                <a:solidFill>
                  <a:srgbClr val="FFFFFF"/>
                </a:solidFill>
                <a:latin typeface="Trebuchet MS"/>
                <a:cs typeface="Trebuchet MS"/>
              </a:rPr>
              <a:t>KRMU</a:t>
            </a:r>
            <a:r>
              <a:rPr sz="355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50" spc="80" dirty="0">
                <a:solidFill>
                  <a:srgbClr val="FFFFFF"/>
                </a:solidFill>
                <a:latin typeface="Trebuchet MS"/>
                <a:cs typeface="Trebuchet MS"/>
              </a:rPr>
              <a:t>5.0</a:t>
            </a:r>
            <a:endParaRPr sz="35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87270" y="9481080"/>
            <a:ext cx="43116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0"/>
              </a:lnSpc>
            </a:pPr>
            <a:r>
              <a:rPr sz="2850" spc="60" dirty="0">
                <a:solidFill>
                  <a:srgbClr val="FFFFFF"/>
                </a:solidFill>
                <a:latin typeface="Trebuchet MS"/>
                <a:cs typeface="Trebuchet MS"/>
              </a:rPr>
              <a:t>01</a:t>
            </a:r>
            <a:endParaRPr sz="28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6654" y="2476500"/>
            <a:ext cx="12325946" cy="719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5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6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pc="-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PS-6</a:t>
            </a:r>
            <a:endParaRPr spc="-3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6800" y="4000500"/>
            <a:ext cx="14803260" cy="825482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400" spc="2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sz="4400" spc="-1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spc="35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sz="4400" spc="-1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4400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Codex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endParaRPr lang="en-US" sz="4400" spc="31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4400" spc="3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4400" spc="3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eam Id</a:t>
            </a:r>
            <a:r>
              <a:rPr sz="4400" spc="-1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spc="-3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4400" spc="-3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HK- 026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endParaRPr lang="en-US" sz="4800" spc="31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lang="en-IN" sz="4400" spc="3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  <a:r>
              <a:rPr lang="en-US" sz="4400" spc="-1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spc="-3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4400" spc="-222" dirty="0" err="1">
                <a:solidFill>
                  <a:srgbClr val="FFFFFF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Dolare</a:t>
            </a:r>
            <a:r>
              <a:rPr lang="en-US" sz="4400" spc="-222" dirty="0">
                <a:solidFill>
                  <a:srgbClr val="FFFFFF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 Shruti Manohar</a:t>
            </a:r>
          </a:p>
          <a:p>
            <a:pPr marL="12700">
              <a:lnSpc>
                <a:spcPct val="100000"/>
              </a:lnSpc>
            </a:pPr>
            <a:r>
              <a:rPr lang="en-US" sz="4400" spc="-222" dirty="0">
                <a:solidFill>
                  <a:srgbClr val="FFFFFF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                                        Jatin </a:t>
            </a:r>
            <a:r>
              <a:rPr lang="en-US" sz="4400" spc="-222" dirty="0" err="1">
                <a:solidFill>
                  <a:srgbClr val="FFFFFF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Rajour</a:t>
            </a:r>
            <a:endParaRPr lang="en-US" sz="4400" spc="-222" dirty="0">
              <a:solidFill>
                <a:srgbClr val="FFFFFF"/>
              </a:solidFill>
              <a:latin typeface="Times New Roman" panose="02020603050405020304" pitchFamily="18" charset="0"/>
              <a:ea typeface="Raleway"/>
              <a:cs typeface="Times New Roman" panose="02020603050405020304" pitchFamily="18" charset="0"/>
              <a:sym typeface="Raleway"/>
            </a:endParaRPr>
          </a:p>
          <a:p>
            <a:pPr marL="469989" lvl="1" algn="l">
              <a:lnSpc>
                <a:spcPts val="4484"/>
              </a:lnSpc>
            </a:pPr>
            <a:r>
              <a:rPr lang="en-US" sz="4400" spc="-222" dirty="0">
                <a:solidFill>
                  <a:srgbClr val="FFFFFF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                                    Boby </a:t>
            </a:r>
            <a:r>
              <a:rPr lang="en-US" sz="4400" spc="-222" dirty="0" err="1">
                <a:solidFill>
                  <a:srgbClr val="FFFFFF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Deshwal</a:t>
            </a:r>
            <a:endParaRPr lang="en-US" sz="4400" spc="-222" dirty="0">
              <a:solidFill>
                <a:srgbClr val="FFFFFF"/>
              </a:solidFill>
              <a:latin typeface="Times New Roman" panose="02020603050405020304" pitchFamily="18" charset="0"/>
              <a:ea typeface="Raleway"/>
              <a:cs typeface="Times New Roman" panose="02020603050405020304" pitchFamily="18" charset="0"/>
              <a:sym typeface="Raleway"/>
            </a:endParaRPr>
          </a:p>
          <a:p>
            <a:pPr marL="469989" lvl="1" algn="l">
              <a:lnSpc>
                <a:spcPts val="4484"/>
              </a:lnSpc>
            </a:pPr>
            <a:r>
              <a:rPr lang="en-US" sz="4400" spc="-222" dirty="0">
                <a:solidFill>
                  <a:srgbClr val="FFFFFF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                                    Shourya Awasthi</a:t>
            </a:r>
          </a:p>
          <a:p>
            <a:pPr marL="24130" algn="l">
              <a:spcBef>
                <a:spcPts val="5400"/>
              </a:spcBef>
            </a:pPr>
            <a:endParaRPr lang="en-US" sz="4800" spc="-222" dirty="0">
              <a:solidFill>
                <a:srgbClr val="FFFFFF"/>
              </a:solidFill>
              <a:latin typeface="Times New Roman" panose="02020603050405020304" pitchFamily="18" charset="0"/>
              <a:ea typeface="Raleway"/>
              <a:cs typeface="Times New Roman" panose="02020603050405020304" pitchFamily="18" charset="0"/>
              <a:sym typeface="Raleway"/>
            </a:endParaRPr>
          </a:p>
          <a:p>
            <a:pPr marL="24130">
              <a:lnSpc>
                <a:spcPct val="100000"/>
              </a:lnSpc>
              <a:spcBef>
                <a:spcPts val="5400"/>
              </a:spcBef>
            </a:pPr>
            <a:r>
              <a:rPr lang="en-US" sz="4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4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6674" y="1057646"/>
            <a:ext cx="71628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u="sng" spc="459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5400" u="sng" spc="-95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400" u="sng" spc="-160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5400" u="sng" spc="-90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400" u="sng" spc="275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5400" u="sng" spc="275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olution</a:t>
            </a:r>
            <a:endParaRPr sz="5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18" y="134693"/>
            <a:ext cx="1104899" cy="11048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440" dirty="0"/>
              <a:t>HACK</a:t>
            </a:r>
            <a:r>
              <a:rPr sz="3550" spc="-95" dirty="0"/>
              <a:t> </a:t>
            </a:r>
            <a:r>
              <a:rPr sz="3550" spc="355" dirty="0"/>
              <a:t>KRMU</a:t>
            </a:r>
            <a:r>
              <a:rPr sz="3550" spc="-90" dirty="0"/>
              <a:t> </a:t>
            </a:r>
            <a:r>
              <a:rPr sz="3550" spc="80" dirty="0"/>
              <a:t>5.0</a:t>
            </a:r>
            <a:endParaRPr sz="3550"/>
          </a:p>
        </p:txBody>
      </p:sp>
      <p:sp>
        <p:nvSpPr>
          <p:cNvPr id="5" name="object 5"/>
          <p:cNvSpPr txBox="1"/>
          <p:nvPr/>
        </p:nvSpPr>
        <p:spPr>
          <a:xfrm>
            <a:off x="17556489" y="9493729"/>
            <a:ext cx="43116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0"/>
              </a:lnSpc>
            </a:pPr>
            <a:r>
              <a:rPr sz="2850" spc="60" dirty="0">
                <a:solidFill>
                  <a:srgbClr val="FFFFFF"/>
                </a:solidFill>
                <a:latin typeface="Trebuchet MS"/>
                <a:cs typeface="Trebuchet MS"/>
              </a:rPr>
              <a:t>02</a:t>
            </a:r>
            <a:endParaRPr sz="2850">
              <a:latin typeface="Trebuchet MS"/>
              <a:cs typeface="Trebuchet M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A4688A-C762-243D-928F-931B1127A7EE}"/>
              </a:ext>
            </a:extLst>
          </p:cNvPr>
          <p:cNvSpPr txBox="1"/>
          <p:nvPr/>
        </p:nvSpPr>
        <p:spPr>
          <a:xfrm>
            <a:off x="-529271" y="2330197"/>
            <a:ext cx="5334000" cy="196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7677"/>
              </a:lnSpc>
            </a:pPr>
            <a:r>
              <a:rPr lang="en-US" sz="4800" b="1" spc="-380" dirty="0">
                <a:solidFill>
                  <a:schemeClr val="bg1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PROBLEM </a:t>
            </a:r>
          </a:p>
          <a:p>
            <a:pPr marL="0" lvl="0" indent="0" algn="ctr">
              <a:lnSpc>
                <a:spcPts val="7677"/>
              </a:lnSpc>
            </a:pPr>
            <a:r>
              <a:rPr lang="en-US" sz="4800" b="1" spc="-380" dirty="0">
                <a:solidFill>
                  <a:schemeClr val="bg1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STATEMEN T 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168A37-54BC-66F3-E9A2-66D0ED903AAE}"/>
              </a:ext>
            </a:extLst>
          </p:cNvPr>
          <p:cNvSpPr txBox="1"/>
          <p:nvPr/>
        </p:nvSpPr>
        <p:spPr>
          <a:xfrm>
            <a:off x="4327241" y="2326268"/>
            <a:ext cx="9144000" cy="2713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5159"/>
              </a:lnSpc>
            </a:pPr>
            <a:r>
              <a:rPr lang="en-US" sz="3999" spc="-203" dirty="0">
                <a:solidFill>
                  <a:schemeClr val="bg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Develop a mobile application that analyzes Prakriti assessment and generates personalized</a:t>
            </a:r>
          </a:p>
          <a:p>
            <a:pPr marL="0" lvl="1" indent="0" algn="just">
              <a:lnSpc>
                <a:spcPts val="5159"/>
              </a:lnSpc>
              <a:spcBef>
                <a:spcPct val="0"/>
              </a:spcBef>
            </a:pPr>
            <a:r>
              <a:rPr lang="en-US" sz="3999" spc="-203" dirty="0">
                <a:solidFill>
                  <a:schemeClr val="bg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Ayurvedic meal plans with image-based food tracking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D4195F-7292-61A2-D16E-540BF94DA633}"/>
              </a:ext>
            </a:extLst>
          </p:cNvPr>
          <p:cNvSpPr txBox="1"/>
          <p:nvPr/>
        </p:nvSpPr>
        <p:spPr>
          <a:xfrm>
            <a:off x="256674" y="6743700"/>
            <a:ext cx="4953000" cy="1027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0" algn="just">
              <a:lnSpc>
                <a:spcPts val="7868"/>
              </a:lnSpc>
              <a:spcBef>
                <a:spcPct val="0"/>
              </a:spcBef>
            </a:pPr>
            <a:r>
              <a:rPr lang="en-US" sz="4800" b="1" spc="-311" dirty="0">
                <a:solidFill>
                  <a:schemeClr val="bg1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OUR  SOLUTION 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80D5CCE-94A2-58E6-CDE5-C5C72EECC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674" y="6995763"/>
            <a:ext cx="8883787" cy="2349297"/>
          </a:xfrm>
          <a:prstGeom prst="rect">
            <a:avLst/>
          </a:prstGeom>
        </p:spPr>
      </p:pic>
      <p:pic>
        <p:nvPicPr>
          <p:cNvPr id="1026" name="Picture 2" descr="Ayurveda Green Circle Leaves Stock Illustration ...">
            <a:extLst>
              <a:ext uri="{FF2B5EF4-FFF2-40B4-BE49-F238E27FC236}">
                <a16:creationId xmlns:a16="http://schemas.microsoft.com/office/drawing/2014/main" id="{9089FE66-AF79-473D-8F76-12ED1F1FF8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58"/>
          <a:stretch>
            <a:fillRect/>
          </a:stretch>
        </p:blipFill>
        <p:spPr bwMode="auto">
          <a:xfrm>
            <a:off x="13792200" y="1057647"/>
            <a:ext cx="4194317" cy="355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457200" y="2106215"/>
            <a:ext cx="7467600" cy="24904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sz="8000" u="sng" spc="560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sz="8000" u="sng" spc="-85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0" u="sng" spc="675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8000" u="sng" spc="-80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8000" u="sng" spc="-80" dirty="0">
              <a:solidFill>
                <a:srgbClr val="1F77D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sz="8000" u="sng" spc="605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sz="8000" u="sng" spc="605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sz="8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18" y="134693"/>
            <a:ext cx="1104899" cy="11048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440" dirty="0"/>
              <a:t>HACK</a:t>
            </a:r>
            <a:r>
              <a:rPr sz="3550" spc="-95" dirty="0"/>
              <a:t> </a:t>
            </a:r>
            <a:r>
              <a:rPr sz="3550" spc="355" dirty="0"/>
              <a:t>KRMU</a:t>
            </a:r>
            <a:r>
              <a:rPr sz="3550" spc="-90" dirty="0"/>
              <a:t> </a:t>
            </a:r>
            <a:r>
              <a:rPr sz="3550" spc="80" dirty="0"/>
              <a:t>5.0</a:t>
            </a:r>
            <a:endParaRPr sz="3550"/>
          </a:p>
        </p:txBody>
      </p:sp>
      <p:sp>
        <p:nvSpPr>
          <p:cNvPr id="5" name="object 5"/>
          <p:cNvSpPr txBox="1"/>
          <p:nvPr/>
        </p:nvSpPr>
        <p:spPr>
          <a:xfrm>
            <a:off x="17513574" y="9514516"/>
            <a:ext cx="43116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0"/>
              </a:lnSpc>
            </a:pPr>
            <a:r>
              <a:rPr sz="2850" spc="60" dirty="0">
                <a:solidFill>
                  <a:srgbClr val="FFFFFF"/>
                </a:solidFill>
                <a:latin typeface="Trebuchet MS"/>
                <a:cs typeface="Trebuchet MS"/>
              </a:rPr>
              <a:t>03</a:t>
            </a:r>
            <a:endParaRPr sz="2850">
              <a:latin typeface="Trebuchet MS"/>
              <a:cs typeface="Trebuchet M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BC2CF-910C-A855-8EEE-2422980ADFCF}"/>
              </a:ext>
            </a:extLst>
          </p:cNvPr>
          <p:cNvSpPr txBox="1"/>
          <p:nvPr/>
        </p:nvSpPr>
        <p:spPr>
          <a:xfrm>
            <a:off x="4948476" y="2294623"/>
            <a:ext cx="9144000" cy="679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791"/>
              </a:lnSpc>
            </a:pPr>
            <a:r>
              <a:rPr lang="en-US" sz="3600" spc="-187" dirty="0">
                <a:solidFill>
                  <a:schemeClr val="bg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Content (Use arrows visually in PPT):</a:t>
            </a:r>
          </a:p>
          <a:p>
            <a:pPr algn="ctr">
              <a:lnSpc>
                <a:spcPts val="3791"/>
              </a:lnSpc>
            </a:pPr>
            <a:r>
              <a:rPr lang="en-US" sz="3600" spc="-187" dirty="0">
                <a:solidFill>
                  <a:schemeClr val="bg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User Registration</a:t>
            </a:r>
          </a:p>
          <a:p>
            <a:pPr algn="ctr">
              <a:lnSpc>
                <a:spcPts val="3791"/>
              </a:lnSpc>
            </a:pPr>
            <a:r>
              <a:rPr lang="en-US" sz="3600" spc="-187" dirty="0">
                <a:solidFill>
                  <a:schemeClr val="bg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↓</a:t>
            </a:r>
          </a:p>
          <a:p>
            <a:pPr algn="ctr">
              <a:lnSpc>
                <a:spcPts val="3791"/>
              </a:lnSpc>
            </a:pPr>
            <a:r>
              <a:rPr lang="en-US" sz="3600" spc="-187" dirty="0">
                <a:solidFill>
                  <a:schemeClr val="bg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Prakriti Assessment Quiz</a:t>
            </a:r>
          </a:p>
          <a:p>
            <a:pPr algn="ctr">
              <a:lnSpc>
                <a:spcPts val="3791"/>
              </a:lnSpc>
            </a:pPr>
            <a:r>
              <a:rPr lang="en-US" sz="3600" spc="-187" dirty="0">
                <a:solidFill>
                  <a:schemeClr val="bg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↓</a:t>
            </a:r>
          </a:p>
          <a:p>
            <a:pPr algn="ctr">
              <a:lnSpc>
                <a:spcPts val="3791"/>
              </a:lnSpc>
            </a:pPr>
            <a:r>
              <a:rPr lang="en-US" sz="3600" spc="-187" dirty="0">
                <a:solidFill>
                  <a:schemeClr val="bg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Dosha Classification (Vata / Pitta / Kapha)</a:t>
            </a:r>
          </a:p>
          <a:p>
            <a:pPr algn="ctr">
              <a:lnSpc>
                <a:spcPts val="3791"/>
              </a:lnSpc>
            </a:pPr>
            <a:r>
              <a:rPr lang="en-US" sz="3600" spc="-187" dirty="0">
                <a:solidFill>
                  <a:schemeClr val="bg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↓</a:t>
            </a:r>
          </a:p>
          <a:p>
            <a:pPr algn="ctr">
              <a:lnSpc>
                <a:spcPts val="3791"/>
              </a:lnSpc>
            </a:pPr>
            <a:r>
              <a:rPr lang="en-US" sz="3600" spc="-187" dirty="0">
                <a:solidFill>
                  <a:schemeClr val="bg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Personalized Meal Plan Generation</a:t>
            </a:r>
          </a:p>
          <a:p>
            <a:pPr algn="ctr">
              <a:lnSpc>
                <a:spcPts val="3791"/>
              </a:lnSpc>
            </a:pPr>
            <a:r>
              <a:rPr lang="en-US" sz="3600" spc="-187" dirty="0">
                <a:solidFill>
                  <a:schemeClr val="bg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↓</a:t>
            </a:r>
          </a:p>
          <a:p>
            <a:pPr algn="ctr">
              <a:lnSpc>
                <a:spcPts val="3791"/>
              </a:lnSpc>
            </a:pPr>
            <a:r>
              <a:rPr lang="en-US" sz="3600" spc="-187" dirty="0">
                <a:solidFill>
                  <a:schemeClr val="bg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Food Image Upload &amp; Recognition</a:t>
            </a:r>
          </a:p>
          <a:p>
            <a:pPr algn="ctr">
              <a:lnSpc>
                <a:spcPts val="3791"/>
              </a:lnSpc>
            </a:pPr>
            <a:r>
              <a:rPr lang="en-US" sz="3600" spc="-187" dirty="0">
                <a:solidFill>
                  <a:schemeClr val="bg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↓</a:t>
            </a:r>
          </a:p>
          <a:p>
            <a:pPr algn="ctr">
              <a:lnSpc>
                <a:spcPts val="3791"/>
              </a:lnSpc>
            </a:pPr>
            <a:r>
              <a:rPr lang="en-US" sz="3600" spc="-187" dirty="0">
                <a:solidFill>
                  <a:schemeClr val="bg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Calorie &amp; Nutrient Tracking</a:t>
            </a:r>
          </a:p>
          <a:p>
            <a:pPr algn="ctr">
              <a:lnSpc>
                <a:spcPts val="3791"/>
              </a:lnSpc>
            </a:pPr>
            <a:r>
              <a:rPr lang="en-US" sz="3600" spc="-187" dirty="0">
                <a:solidFill>
                  <a:schemeClr val="bg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↓</a:t>
            </a:r>
          </a:p>
          <a:p>
            <a:pPr algn="ctr">
              <a:lnSpc>
                <a:spcPts val="3328"/>
              </a:lnSpc>
              <a:spcBef>
                <a:spcPct val="0"/>
              </a:spcBef>
            </a:pPr>
            <a:r>
              <a:rPr lang="en-US" sz="3200" spc="-164" dirty="0">
                <a:solidFill>
                  <a:schemeClr val="bg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Nutrition Dashboard</a:t>
            </a:r>
          </a:p>
        </p:txBody>
      </p:sp>
      <p:pic>
        <p:nvPicPr>
          <p:cNvPr id="2054" name="Picture 6" descr="Jars of spices A selection of dried spices and herbs spilling out from glass jars onto a dark slate background. &#10;Coriander seed, cloves, cardamom, cinnamon sticks, chilli powder, turmeric and fresh bay leaves. &#10;Low angle view with copy space to the right of the image.  &#10;Close up. ayurveda ingredients stock pictures, royalty-free photos &amp; images">
            <a:extLst>
              <a:ext uri="{FF2B5EF4-FFF2-40B4-BE49-F238E27FC236}">
                <a16:creationId xmlns:a16="http://schemas.microsoft.com/office/drawing/2014/main" id="{5545B324-8209-D8E4-B563-DFB7C0DBB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2598" y="1239592"/>
            <a:ext cx="5144118" cy="5885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1978886"/>
            <a:ext cx="9296400" cy="7534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800" b="1" u="sng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</a:t>
            </a:r>
            <a:r>
              <a:rPr sz="4800" b="1" u="sng" spc="-25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b="1" u="sng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sz="4800" b="1" u="sng" spc="-10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b="1" u="sng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4800" b="1" u="sng" spc="-10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APPROACH</a:t>
            </a:r>
            <a:endParaRPr sz="4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18" y="134693"/>
            <a:ext cx="1104899" cy="11048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440" dirty="0"/>
              <a:t>HACK</a:t>
            </a:r>
            <a:r>
              <a:rPr sz="3550" spc="-95" dirty="0"/>
              <a:t> </a:t>
            </a:r>
            <a:r>
              <a:rPr sz="3550" spc="355" dirty="0"/>
              <a:t>KRMU</a:t>
            </a:r>
            <a:r>
              <a:rPr sz="3550" spc="-90" dirty="0"/>
              <a:t> </a:t>
            </a:r>
            <a:r>
              <a:rPr sz="3550" spc="80" dirty="0"/>
              <a:t>5.0</a:t>
            </a:r>
            <a:endParaRPr sz="3550"/>
          </a:p>
        </p:txBody>
      </p:sp>
      <p:sp>
        <p:nvSpPr>
          <p:cNvPr id="5" name="object 5"/>
          <p:cNvSpPr txBox="1"/>
          <p:nvPr/>
        </p:nvSpPr>
        <p:spPr>
          <a:xfrm>
            <a:off x="17548169" y="9688252"/>
            <a:ext cx="43116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0"/>
              </a:lnSpc>
            </a:pPr>
            <a:r>
              <a:rPr sz="2850" spc="60" dirty="0">
                <a:solidFill>
                  <a:srgbClr val="FFFFFF"/>
                </a:solidFill>
                <a:latin typeface="Trebuchet MS"/>
                <a:cs typeface="Trebuchet MS"/>
              </a:rPr>
              <a:t>04</a:t>
            </a:r>
            <a:endParaRPr sz="2850">
              <a:latin typeface="Trebuchet MS"/>
              <a:cs typeface="Trebuchet M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4463BF-5A4F-E803-5DCD-8AB53FBA5D0A}"/>
              </a:ext>
            </a:extLst>
          </p:cNvPr>
          <p:cNvSpPr txBox="1"/>
          <p:nvPr/>
        </p:nvSpPr>
        <p:spPr>
          <a:xfrm>
            <a:off x="990600" y="3772290"/>
            <a:ext cx="9677400" cy="4200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466"/>
              </a:lnSpc>
            </a:pP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Frontend:  HTML, CSS, JS</a:t>
            </a:r>
          </a:p>
          <a:p>
            <a:pPr algn="l">
              <a:lnSpc>
                <a:spcPts val="6466"/>
              </a:lnSpc>
            </a:pP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Backend: Node.js, JSON, API</a:t>
            </a:r>
          </a:p>
          <a:p>
            <a:pPr algn="l">
              <a:lnSpc>
                <a:spcPts val="6466"/>
              </a:lnSpc>
            </a:pP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Database: MONGO DB/SQL</a:t>
            </a:r>
          </a:p>
          <a:p>
            <a:pPr algn="l">
              <a:lnSpc>
                <a:spcPts val="6466"/>
              </a:lnSpc>
            </a:pP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Approach: AI-powered image recognition</a:t>
            </a:r>
          </a:p>
          <a:p>
            <a:pPr algn="l">
              <a:lnSpc>
                <a:spcPts val="6466"/>
              </a:lnSpc>
            </a:pPr>
            <a:endParaRPr lang="en-US" sz="4400" dirty="0">
              <a:solidFill>
                <a:schemeClr val="bg1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pic>
        <p:nvPicPr>
          <p:cNvPr id="3074" name="Picture 2" descr="1+ Thousand Ayurveda Technology Royalty-Free Images, Stock ...">
            <a:extLst>
              <a:ext uri="{FF2B5EF4-FFF2-40B4-BE49-F238E27FC236}">
                <a16:creationId xmlns:a16="http://schemas.microsoft.com/office/drawing/2014/main" id="{EF8275F9-1E1F-2319-8C41-501E2BBC9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8317" y="1239592"/>
            <a:ext cx="6731017" cy="8018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717" y="1598011"/>
            <a:ext cx="12438797" cy="7527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800" u="sng" spc="295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UNIQUENESS</a:t>
            </a:r>
            <a:r>
              <a:rPr sz="4800" u="sng" spc="-114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u="sng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4800" u="sng" spc="-110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u="sng" spc="345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  <a:r>
              <a:rPr sz="4800" u="sng" spc="-110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u="sng" spc="260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</a:t>
            </a:r>
            <a:endParaRPr sz="4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18" y="134693"/>
            <a:ext cx="1104899" cy="11048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440" dirty="0"/>
              <a:t>HACK</a:t>
            </a:r>
            <a:r>
              <a:rPr sz="3550" spc="-95" dirty="0"/>
              <a:t> </a:t>
            </a:r>
            <a:r>
              <a:rPr sz="3550" spc="355" dirty="0"/>
              <a:t>KRMU</a:t>
            </a:r>
            <a:r>
              <a:rPr sz="3550" spc="-90" dirty="0"/>
              <a:t> </a:t>
            </a:r>
            <a:r>
              <a:rPr sz="3550" spc="80" dirty="0"/>
              <a:t>5.0</a:t>
            </a:r>
            <a:endParaRPr sz="3550"/>
          </a:p>
        </p:txBody>
      </p:sp>
      <p:sp>
        <p:nvSpPr>
          <p:cNvPr id="5" name="object 5"/>
          <p:cNvSpPr txBox="1"/>
          <p:nvPr/>
        </p:nvSpPr>
        <p:spPr>
          <a:xfrm>
            <a:off x="17433625" y="9386927"/>
            <a:ext cx="43116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0"/>
              </a:lnSpc>
            </a:pPr>
            <a:r>
              <a:rPr sz="2850" spc="60" dirty="0">
                <a:solidFill>
                  <a:srgbClr val="FFFFFF"/>
                </a:solidFill>
                <a:latin typeface="Trebuchet MS"/>
                <a:cs typeface="Trebuchet MS"/>
              </a:rPr>
              <a:t>05</a:t>
            </a:r>
            <a:endParaRPr sz="2850">
              <a:latin typeface="Trebuchet MS"/>
              <a:cs typeface="Trebuchet M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8636CB-EFE1-4CF7-79C4-D7D689C88CB8}"/>
              </a:ext>
            </a:extLst>
          </p:cNvPr>
          <p:cNvSpPr txBox="1"/>
          <p:nvPr/>
        </p:nvSpPr>
        <p:spPr>
          <a:xfrm>
            <a:off x="1524000" y="3009900"/>
            <a:ext cx="13944600" cy="6053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ts val="4174"/>
              </a:lnSpc>
              <a:buFont typeface="Arial" panose="020B0604020202020204" pitchFamily="34" charset="0"/>
              <a:buChar char="•"/>
            </a:pPr>
            <a:r>
              <a:rPr lang="en-US" sz="3235" spc="-165" dirty="0">
                <a:solidFill>
                  <a:srgbClr val="FFFFFF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Integrates traditional Ayurvedic knowledge with AI</a:t>
            </a:r>
          </a:p>
          <a:p>
            <a:pPr algn="just">
              <a:lnSpc>
                <a:spcPts val="4174"/>
              </a:lnSpc>
            </a:pPr>
            <a:endParaRPr lang="en-US" sz="3235" spc="-165" dirty="0">
              <a:solidFill>
                <a:srgbClr val="FFFFFF"/>
              </a:solidFill>
              <a:latin typeface="Times New Roman" panose="02020603050405020304" pitchFamily="18" charset="0"/>
              <a:ea typeface="Helvetica World"/>
              <a:cs typeface="Times New Roman" panose="02020603050405020304" pitchFamily="18" charset="0"/>
              <a:sym typeface="Helvetica World"/>
            </a:endParaRPr>
          </a:p>
          <a:p>
            <a:pPr marL="571500" indent="-571500" algn="just">
              <a:lnSpc>
                <a:spcPts val="4819"/>
              </a:lnSpc>
              <a:buFont typeface="Arial" panose="020B0604020202020204" pitchFamily="34" charset="0"/>
              <a:buChar char="•"/>
            </a:pPr>
            <a:r>
              <a:rPr lang="en-US" sz="3240" spc="-190" dirty="0">
                <a:solidFill>
                  <a:srgbClr val="FFFFFF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Personalized diet based on individual constitution (not generic plans)</a:t>
            </a:r>
          </a:p>
          <a:p>
            <a:pPr algn="just">
              <a:lnSpc>
                <a:spcPts val="4174"/>
              </a:lnSpc>
            </a:pPr>
            <a:endParaRPr lang="en-US" sz="3240" spc="-190" dirty="0">
              <a:solidFill>
                <a:srgbClr val="FFFFFF"/>
              </a:solidFill>
              <a:latin typeface="Times New Roman" panose="02020603050405020304" pitchFamily="18" charset="0"/>
              <a:ea typeface="Helvetica World"/>
              <a:cs typeface="Times New Roman" panose="02020603050405020304" pitchFamily="18" charset="0"/>
              <a:sym typeface="Helvetica World"/>
            </a:endParaRPr>
          </a:p>
          <a:p>
            <a:pPr marL="457200" indent="-457200" algn="just">
              <a:lnSpc>
                <a:spcPts val="4174"/>
              </a:lnSpc>
              <a:buFont typeface="Arial" panose="020B0604020202020204" pitchFamily="34" charset="0"/>
              <a:buChar char="•"/>
            </a:pPr>
            <a:r>
              <a:rPr lang="en-US" sz="3235" spc="-165" dirty="0">
                <a:solidFill>
                  <a:srgbClr val="FFFFFF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Image-based food logging for seamless tracking</a:t>
            </a:r>
          </a:p>
          <a:p>
            <a:pPr algn="just">
              <a:lnSpc>
                <a:spcPts val="4174"/>
              </a:lnSpc>
            </a:pPr>
            <a:endParaRPr lang="en-US" sz="3235" spc="-165" dirty="0">
              <a:solidFill>
                <a:srgbClr val="FFFFFF"/>
              </a:solidFill>
              <a:latin typeface="Times New Roman" panose="02020603050405020304" pitchFamily="18" charset="0"/>
              <a:ea typeface="Helvetica World"/>
              <a:cs typeface="Times New Roman" panose="02020603050405020304" pitchFamily="18" charset="0"/>
              <a:sym typeface="Helvetica World"/>
            </a:endParaRPr>
          </a:p>
          <a:p>
            <a:pPr marL="457200" indent="-457200" algn="just">
              <a:lnSpc>
                <a:spcPts val="4174"/>
              </a:lnSpc>
              <a:buFont typeface="Arial" panose="020B0604020202020204" pitchFamily="34" charset="0"/>
              <a:buChar char="•"/>
            </a:pPr>
            <a:r>
              <a:rPr lang="en-US" sz="3235" spc="-165" dirty="0">
                <a:solidFill>
                  <a:srgbClr val="FFFFFF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Real-time Dosha imbalance alerts</a:t>
            </a:r>
          </a:p>
          <a:p>
            <a:pPr algn="just">
              <a:lnSpc>
                <a:spcPts val="4174"/>
              </a:lnSpc>
            </a:pPr>
            <a:endParaRPr lang="en-US" sz="3235" spc="-165" dirty="0">
              <a:solidFill>
                <a:srgbClr val="FFFFFF"/>
              </a:solidFill>
              <a:latin typeface="Times New Roman" panose="02020603050405020304" pitchFamily="18" charset="0"/>
              <a:ea typeface="Helvetica World"/>
              <a:cs typeface="Times New Roman" panose="02020603050405020304" pitchFamily="18" charset="0"/>
              <a:sym typeface="Helvetica World"/>
            </a:endParaRPr>
          </a:p>
          <a:p>
            <a:pPr marL="457200" indent="-457200" algn="just">
              <a:lnSpc>
                <a:spcPts val="4174"/>
              </a:lnSpc>
              <a:buFont typeface="Arial" panose="020B0604020202020204" pitchFamily="34" charset="0"/>
              <a:buChar char="•"/>
            </a:pPr>
            <a:r>
              <a:rPr lang="en-US" sz="3235" spc="-165" dirty="0">
                <a:solidFill>
                  <a:srgbClr val="FFFFFF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Preventive healthcare approach instead of reactive treatment</a:t>
            </a:r>
          </a:p>
          <a:p>
            <a:pPr algn="just">
              <a:lnSpc>
                <a:spcPts val="4174"/>
              </a:lnSpc>
            </a:pPr>
            <a:endParaRPr lang="en-US" sz="3235" spc="-165" dirty="0">
              <a:solidFill>
                <a:srgbClr val="FFFFFF"/>
              </a:solidFill>
              <a:latin typeface="Times New Roman" panose="02020603050405020304" pitchFamily="18" charset="0"/>
              <a:ea typeface="Helvetica World"/>
              <a:cs typeface="Times New Roman" panose="02020603050405020304" pitchFamily="18" charset="0"/>
              <a:sym typeface="Helvetica World"/>
            </a:endParaRPr>
          </a:p>
          <a:p>
            <a:pPr marL="457200" lvl="1" indent="-457200" algn="just">
              <a:lnSpc>
                <a:spcPts val="417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35" spc="-165" dirty="0">
                <a:solidFill>
                  <a:srgbClr val="FFFFFF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Scalable wellness-tech model</a:t>
            </a:r>
          </a:p>
        </p:txBody>
      </p:sp>
      <p:pic>
        <p:nvPicPr>
          <p:cNvPr id="5124" name="Picture 4" descr="No photo description available.">
            <a:extLst>
              <a:ext uri="{FF2B5EF4-FFF2-40B4-BE49-F238E27FC236}">
                <a16:creationId xmlns:a16="http://schemas.microsoft.com/office/drawing/2014/main" id="{FAF49E34-D791-33C1-90E5-FEB7E83B2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9200" y="1598010"/>
            <a:ext cx="5334000" cy="7660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18" y="134693"/>
            <a:ext cx="1104899" cy="11048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440" dirty="0"/>
              <a:t>HACK</a:t>
            </a:r>
            <a:r>
              <a:rPr sz="3550" spc="-95" dirty="0"/>
              <a:t> </a:t>
            </a:r>
            <a:r>
              <a:rPr sz="3550" spc="355" dirty="0"/>
              <a:t>KRMU</a:t>
            </a:r>
            <a:r>
              <a:rPr sz="3550" spc="-90" dirty="0"/>
              <a:t> </a:t>
            </a:r>
            <a:r>
              <a:rPr sz="3550" spc="80" dirty="0"/>
              <a:t>5.0</a:t>
            </a:r>
            <a:endParaRPr sz="3550"/>
          </a:p>
        </p:txBody>
      </p:sp>
      <p:sp>
        <p:nvSpPr>
          <p:cNvPr id="5" name="object 5"/>
          <p:cNvSpPr txBox="1"/>
          <p:nvPr/>
        </p:nvSpPr>
        <p:spPr>
          <a:xfrm>
            <a:off x="17246600" y="9438255"/>
            <a:ext cx="43116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0"/>
              </a:lnSpc>
            </a:pPr>
            <a:r>
              <a:rPr sz="2850" spc="60" dirty="0">
                <a:solidFill>
                  <a:srgbClr val="FFFFFF"/>
                </a:solidFill>
                <a:latin typeface="Trebuchet MS"/>
                <a:cs typeface="Trebuchet MS"/>
              </a:rPr>
              <a:t>06</a:t>
            </a:r>
            <a:endParaRPr sz="2850">
              <a:latin typeface="Trebuchet MS"/>
              <a:cs typeface="Trebuchet M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C25152-A665-8FAA-ABA8-221D27BA2241}"/>
              </a:ext>
            </a:extLst>
          </p:cNvPr>
          <p:cNvSpPr txBox="1"/>
          <p:nvPr/>
        </p:nvSpPr>
        <p:spPr>
          <a:xfrm>
            <a:off x="28074" y="1239592"/>
            <a:ext cx="11197272" cy="2966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58"/>
              </a:lnSpc>
            </a:pPr>
            <a:r>
              <a:rPr lang="en-US" sz="6000" b="1" spc="-270" dirty="0">
                <a:solidFill>
                  <a:srgbClr val="0000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FEASIBILITY</a:t>
            </a:r>
            <a:r>
              <a:rPr lang="en-US" sz="6000" b="1" spc="-270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:</a:t>
            </a:r>
          </a:p>
          <a:p>
            <a:pPr algn="ctr">
              <a:lnSpc>
                <a:spcPts val="2060"/>
              </a:lnSpc>
            </a:pPr>
            <a:endParaRPr lang="en-US" sz="6600" b="1" spc="-270" dirty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  <a:p>
            <a:pPr algn="l">
              <a:lnSpc>
                <a:spcPts val="2060"/>
              </a:lnSpc>
              <a:spcBef>
                <a:spcPct val="0"/>
              </a:spcBef>
            </a:pPr>
            <a:r>
              <a:rPr lang="en-US" sz="2800" spc="-102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Rule-based DOSHA ENGINE ENSURES QUICK IMPLEMENTATION</a:t>
            </a:r>
          </a:p>
          <a:p>
            <a:pPr algn="l">
              <a:lnSpc>
                <a:spcPts val="2060"/>
              </a:lnSpc>
              <a:spcBef>
                <a:spcPct val="0"/>
              </a:spcBef>
            </a:pPr>
            <a:endParaRPr lang="en-US" sz="2800" spc="-102" dirty="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2060"/>
              </a:lnSpc>
              <a:spcBef>
                <a:spcPct val="0"/>
              </a:spcBef>
            </a:pPr>
            <a:r>
              <a:rPr lang="en-US" sz="2800" spc="-102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PRETRAINED ML MODELS REDUCE TRAINING COMPLEXITY</a:t>
            </a:r>
          </a:p>
          <a:p>
            <a:pPr algn="l">
              <a:lnSpc>
                <a:spcPts val="2060"/>
              </a:lnSpc>
              <a:spcBef>
                <a:spcPct val="0"/>
              </a:spcBef>
            </a:pPr>
            <a:endParaRPr lang="en-US" sz="2800" spc="-102" dirty="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2060"/>
              </a:lnSpc>
              <a:spcBef>
                <a:spcPct val="0"/>
              </a:spcBef>
            </a:pPr>
            <a:r>
              <a:rPr lang="en-US" sz="2800" spc="-102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MODULAR BACKEND ENABLES SCALABILITY</a:t>
            </a:r>
          </a:p>
          <a:p>
            <a:pPr algn="l">
              <a:lnSpc>
                <a:spcPts val="2060"/>
              </a:lnSpc>
              <a:spcBef>
                <a:spcPct val="0"/>
              </a:spcBef>
            </a:pPr>
            <a:endParaRPr lang="en-US" sz="2800" spc="-102" dirty="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2060"/>
              </a:lnSpc>
              <a:spcBef>
                <a:spcPct val="0"/>
              </a:spcBef>
            </a:pPr>
            <a:r>
              <a:rPr lang="en-US" sz="2800" spc="-102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SUITABLE FOR MVP WITHIN HACKATHON TIMELINE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3249D8-C558-CE52-82DB-BD31191908D6}"/>
              </a:ext>
            </a:extLst>
          </p:cNvPr>
          <p:cNvSpPr txBox="1"/>
          <p:nvPr/>
        </p:nvSpPr>
        <p:spPr>
          <a:xfrm>
            <a:off x="118618" y="4721450"/>
            <a:ext cx="7772400" cy="517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8068"/>
              </a:lnSpc>
            </a:pPr>
            <a:r>
              <a:rPr lang="en-US" sz="6600" b="1" spc="-293" dirty="0">
                <a:solidFill>
                  <a:srgbClr val="0000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CHALLENGES:</a:t>
            </a:r>
          </a:p>
          <a:p>
            <a:pPr algn="just">
              <a:lnSpc>
                <a:spcPts val="1484"/>
              </a:lnSpc>
            </a:pPr>
            <a:endParaRPr lang="en-US" sz="6600" b="1" spc="-293" dirty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  <a:p>
            <a:pPr marL="457200" indent="-457200" algn="just">
              <a:lnSpc>
                <a:spcPts val="1977"/>
              </a:lnSpc>
              <a:buFont typeface="Arial" panose="020B0604020202020204" pitchFamily="34" charset="0"/>
              <a:buChar char="•"/>
            </a:pPr>
            <a:r>
              <a:rPr lang="en-US" sz="3200" spc="-72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Accuracy of food recognition</a:t>
            </a:r>
          </a:p>
          <a:p>
            <a:pPr algn="just">
              <a:lnSpc>
                <a:spcPts val="1977"/>
              </a:lnSpc>
            </a:pPr>
            <a:endParaRPr lang="en-US" sz="3200" spc="-72" dirty="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457200" indent="-457200" algn="just">
              <a:lnSpc>
                <a:spcPts val="197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spc="-72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Simplifying complex Ayurvedic concepts</a:t>
            </a:r>
          </a:p>
          <a:p>
            <a:pPr algn="just">
              <a:lnSpc>
                <a:spcPts val="1977"/>
              </a:lnSpc>
              <a:spcBef>
                <a:spcPct val="0"/>
              </a:spcBef>
            </a:pPr>
            <a:endParaRPr lang="en-US" sz="3200" spc="-72" dirty="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457200" indent="-457200" algn="just">
              <a:lnSpc>
                <a:spcPts val="197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spc="-72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Ensuring responsible health guidance</a:t>
            </a:r>
          </a:p>
          <a:p>
            <a:pPr algn="just">
              <a:lnSpc>
                <a:spcPts val="1977"/>
              </a:lnSpc>
              <a:spcBef>
                <a:spcPct val="0"/>
              </a:spcBef>
            </a:pPr>
            <a:endParaRPr lang="en-US" sz="3200" spc="-72" dirty="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457200" indent="-457200" algn="just">
              <a:lnSpc>
                <a:spcPts val="197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spc="-72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Managing user health data securely</a:t>
            </a:r>
          </a:p>
          <a:p>
            <a:pPr algn="just">
              <a:lnSpc>
                <a:spcPts val="1977"/>
              </a:lnSpc>
              <a:spcBef>
                <a:spcPct val="0"/>
              </a:spcBef>
            </a:pPr>
            <a:endParaRPr lang="en-US" sz="3200" spc="-72" dirty="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just">
              <a:lnSpc>
                <a:spcPts val="1977"/>
              </a:lnSpc>
              <a:spcBef>
                <a:spcPct val="0"/>
              </a:spcBef>
            </a:pPr>
            <a:r>
              <a:rPr lang="en-US" sz="3200" spc="-72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How We Address Them:</a:t>
            </a:r>
          </a:p>
          <a:p>
            <a:pPr algn="just">
              <a:lnSpc>
                <a:spcPts val="1977"/>
              </a:lnSpc>
              <a:spcBef>
                <a:spcPct val="0"/>
              </a:spcBef>
            </a:pPr>
            <a:endParaRPr lang="en-US" sz="3200" spc="-72" dirty="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457200" indent="-457200" algn="just">
              <a:lnSpc>
                <a:spcPts val="197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spc="-72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Using validated datasets</a:t>
            </a:r>
          </a:p>
          <a:p>
            <a:pPr algn="just">
              <a:lnSpc>
                <a:spcPts val="1977"/>
              </a:lnSpc>
              <a:spcBef>
                <a:spcPct val="0"/>
              </a:spcBef>
            </a:pPr>
            <a:endParaRPr lang="en-US" sz="3200" spc="-72" dirty="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457200" indent="-457200" algn="just">
              <a:lnSpc>
                <a:spcPts val="197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spc="-72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Secure authentication system</a:t>
            </a:r>
          </a:p>
          <a:p>
            <a:pPr algn="just">
              <a:lnSpc>
                <a:spcPts val="1977"/>
              </a:lnSpc>
              <a:spcBef>
                <a:spcPct val="0"/>
              </a:spcBef>
            </a:pPr>
            <a:endParaRPr lang="en-US" sz="2400" spc="-72" dirty="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just">
              <a:lnSpc>
                <a:spcPts val="1977"/>
              </a:lnSpc>
              <a:spcBef>
                <a:spcPct val="0"/>
              </a:spcBef>
            </a:pPr>
            <a:r>
              <a:rPr lang="en-US" sz="3200" spc="-72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Continuous model improvement strategy</a:t>
            </a:r>
          </a:p>
        </p:txBody>
      </p:sp>
      <p:pic>
        <p:nvPicPr>
          <p:cNvPr id="4098" name="Picture 2" descr="person grinding on mortar and pestle">
            <a:extLst>
              <a:ext uri="{FF2B5EF4-FFF2-40B4-BE49-F238E27FC236}">
                <a16:creationId xmlns:a16="http://schemas.microsoft.com/office/drawing/2014/main" id="{7D6A3574-D949-3B74-8FF6-C23C83B91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1400" y="1714500"/>
            <a:ext cx="6629400" cy="7332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1692022"/>
            <a:ext cx="617628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350" dirty="0">
                <a:solidFill>
                  <a:srgbClr val="4482F7"/>
                </a:solidFill>
                <a:latin typeface="Trebuchet MS"/>
                <a:cs typeface="Trebuchet MS"/>
              </a:rPr>
              <a:t>Re</a:t>
            </a:r>
            <a:r>
              <a:rPr lang="en-IN" sz="3200" spc="350" dirty="0">
                <a:solidFill>
                  <a:srgbClr val="4482F7"/>
                </a:solidFill>
                <a:latin typeface="Trebuchet MS"/>
                <a:cs typeface="Trebuchet MS"/>
              </a:rPr>
              <a:t>s</a:t>
            </a:r>
            <a:r>
              <a:rPr sz="3200" spc="350" dirty="0">
                <a:solidFill>
                  <a:srgbClr val="4482F7"/>
                </a:solidFill>
                <a:latin typeface="Trebuchet MS"/>
                <a:cs typeface="Trebuchet MS"/>
              </a:rPr>
              <a:t>e</a:t>
            </a:r>
            <a:r>
              <a:rPr lang="en-IN" sz="3200" spc="350" dirty="0">
                <a:solidFill>
                  <a:srgbClr val="4482F7"/>
                </a:solidFill>
                <a:latin typeface="Trebuchet MS"/>
                <a:cs typeface="Trebuchet MS"/>
              </a:rPr>
              <a:t>arc</a:t>
            </a:r>
            <a:r>
              <a:rPr sz="3200" spc="350" dirty="0">
                <a:solidFill>
                  <a:srgbClr val="4482F7"/>
                </a:solidFill>
                <a:latin typeface="Trebuchet MS"/>
                <a:cs typeface="Trebuchet MS"/>
              </a:rPr>
              <a:t>h</a:t>
            </a:r>
            <a:r>
              <a:rPr sz="3200" spc="-85" dirty="0">
                <a:solidFill>
                  <a:srgbClr val="4482F7"/>
                </a:solidFill>
                <a:latin typeface="Trebuchet MS"/>
                <a:cs typeface="Trebuchet MS"/>
              </a:rPr>
              <a:t> </a:t>
            </a:r>
            <a:r>
              <a:rPr sz="3200" spc="-160" dirty="0">
                <a:solidFill>
                  <a:srgbClr val="4482F7"/>
                </a:solidFill>
                <a:latin typeface="Trebuchet MS"/>
                <a:cs typeface="Trebuchet MS"/>
              </a:rPr>
              <a:t>&amp;</a:t>
            </a:r>
            <a:r>
              <a:rPr sz="3200" spc="-85" dirty="0">
                <a:solidFill>
                  <a:srgbClr val="4482F7"/>
                </a:solidFill>
                <a:latin typeface="Trebuchet MS"/>
                <a:cs typeface="Trebuchet MS"/>
              </a:rPr>
              <a:t> </a:t>
            </a:r>
            <a:r>
              <a:rPr sz="3200" spc="285" dirty="0" err="1">
                <a:solidFill>
                  <a:srgbClr val="4482F7"/>
                </a:solidFill>
                <a:latin typeface="Trebuchet MS"/>
                <a:cs typeface="Trebuchet MS"/>
              </a:rPr>
              <a:t>Refe</a:t>
            </a:r>
            <a:r>
              <a:rPr lang="en-IN" sz="3200" spc="285" dirty="0">
                <a:solidFill>
                  <a:srgbClr val="4482F7"/>
                </a:solidFill>
                <a:latin typeface="Trebuchet MS"/>
                <a:cs typeface="Trebuchet MS"/>
              </a:rPr>
              <a:t>r</a:t>
            </a:r>
            <a:r>
              <a:rPr sz="3200" spc="285" dirty="0" err="1">
                <a:solidFill>
                  <a:srgbClr val="4482F7"/>
                </a:solidFill>
                <a:latin typeface="Trebuchet MS"/>
                <a:cs typeface="Trebuchet MS"/>
              </a:rPr>
              <a:t>en</a:t>
            </a:r>
            <a:r>
              <a:rPr lang="en-IN" sz="3200" spc="285" dirty="0">
                <a:solidFill>
                  <a:srgbClr val="4482F7"/>
                </a:solidFill>
                <a:latin typeface="Trebuchet MS"/>
                <a:cs typeface="Trebuchet MS"/>
              </a:rPr>
              <a:t>c</a:t>
            </a:r>
            <a:r>
              <a:rPr sz="3200" spc="285" dirty="0">
                <a:solidFill>
                  <a:srgbClr val="4482F7"/>
                </a:solidFill>
                <a:latin typeface="Trebuchet MS"/>
                <a:cs typeface="Trebuchet MS"/>
              </a:rPr>
              <a:t>e</a:t>
            </a:r>
            <a:endParaRPr sz="3200" dirty="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18" y="134693"/>
            <a:ext cx="1104899" cy="11048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440" dirty="0"/>
              <a:t>HACK</a:t>
            </a:r>
            <a:r>
              <a:rPr sz="3550" spc="-95" dirty="0"/>
              <a:t> </a:t>
            </a:r>
            <a:r>
              <a:rPr sz="3550" spc="355" dirty="0"/>
              <a:t>KRMU</a:t>
            </a:r>
            <a:r>
              <a:rPr sz="3550" spc="-90" dirty="0"/>
              <a:t> </a:t>
            </a:r>
            <a:r>
              <a:rPr sz="3550" spc="80" dirty="0"/>
              <a:t>5.0</a:t>
            </a:r>
            <a:endParaRPr sz="3550" dirty="0"/>
          </a:p>
        </p:txBody>
      </p:sp>
      <p:sp>
        <p:nvSpPr>
          <p:cNvPr id="5" name="object 5"/>
          <p:cNvSpPr txBox="1"/>
          <p:nvPr/>
        </p:nvSpPr>
        <p:spPr>
          <a:xfrm>
            <a:off x="17246600" y="9464529"/>
            <a:ext cx="43116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0"/>
              </a:lnSpc>
            </a:pPr>
            <a:r>
              <a:rPr sz="2850" spc="60" dirty="0">
                <a:solidFill>
                  <a:srgbClr val="FFFFFF"/>
                </a:solidFill>
                <a:latin typeface="Trebuchet MS"/>
                <a:cs typeface="Trebuchet MS"/>
              </a:rPr>
              <a:t>07</a:t>
            </a:r>
            <a:endParaRPr sz="2850">
              <a:latin typeface="Trebuchet MS"/>
              <a:cs typeface="Trebuchet M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FB6130-8E50-5523-7B82-4A6664DF9711}"/>
              </a:ext>
            </a:extLst>
          </p:cNvPr>
          <p:cNvSpPr txBox="1"/>
          <p:nvPr/>
        </p:nvSpPr>
        <p:spPr>
          <a:xfrm>
            <a:off x="978605" y="2950419"/>
            <a:ext cx="13487400" cy="4080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469"/>
              </a:lnSpc>
            </a:pPr>
            <a:r>
              <a:rPr lang="en-US" sz="2400" spc="-126" dirty="0">
                <a:solidFill>
                  <a:schemeClr val="bg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AYURVEDIC PRINCIPLES DERIVED FROM CLASSICAL TEXTS SUCH AS CHARAKA SAMHITA</a:t>
            </a:r>
          </a:p>
          <a:p>
            <a:pPr algn="just">
              <a:lnSpc>
                <a:spcPts val="3469"/>
              </a:lnSpc>
            </a:pPr>
            <a:endParaRPr lang="en-US" sz="2400" spc="-126" dirty="0">
              <a:solidFill>
                <a:schemeClr val="bg1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just">
              <a:lnSpc>
                <a:spcPts val="3469"/>
              </a:lnSpc>
              <a:spcBef>
                <a:spcPct val="0"/>
              </a:spcBef>
            </a:pPr>
            <a:r>
              <a:rPr lang="en-US" sz="2400" spc="-126" dirty="0">
                <a:solidFill>
                  <a:schemeClr val="bg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MODERN NUTRITIONAL DATASETS FOR CALORIE &amp; NUTRIENT MAPPING</a:t>
            </a:r>
          </a:p>
          <a:p>
            <a:pPr algn="just">
              <a:lnSpc>
                <a:spcPts val="3469"/>
              </a:lnSpc>
              <a:spcBef>
                <a:spcPct val="0"/>
              </a:spcBef>
            </a:pPr>
            <a:endParaRPr lang="en-US" sz="2400" spc="-126" dirty="0">
              <a:solidFill>
                <a:schemeClr val="bg1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just">
              <a:lnSpc>
                <a:spcPts val="3469"/>
              </a:lnSpc>
              <a:spcBef>
                <a:spcPct val="0"/>
              </a:spcBef>
            </a:pPr>
            <a:r>
              <a:rPr lang="en-US" sz="2400" spc="-126" dirty="0">
                <a:solidFill>
                  <a:schemeClr val="bg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PRETRAINED CNN MODELS FOR FOOD RECOGNITION</a:t>
            </a:r>
          </a:p>
          <a:p>
            <a:pPr algn="just">
              <a:lnSpc>
                <a:spcPts val="3469"/>
              </a:lnSpc>
              <a:spcBef>
                <a:spcPct val="0"/>
              </a:spcBef>
            </a:pPr>
            <a:endParaRPr lang="en-US" sz="2400" spc="-126" dirty="0">
              <a:solidFill>
                <a:schemeClr val="bg1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just">
              <a:lnSpc>
                <a:spcPts val="3469"/>
              </a:lnSpc>
              <a:spcBef>
                <a:spcPct val="0"/>
              </a:spcBef>
            </a:pPr>
            <a:r>
              <a:rPr lang="en-US" sz="2400" spc="-126" dirty="0">
                <a:solidFill>
                  <a:schemeClr val="bg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WHO REPORTS ON PREVENTIVE HEALTHCARE AND LIFESTYLE DISORDERS</a:t>
            </a:r>
          </a:p>
          <a:p>
            <a:pPr algn="just">
              <a:lnSpc>
                <a:spcPts val="3469"/>
              </a:lnSpc>
              <a:spcBef>
                <a:spcPct val="0"/>
              </a:spcBef>
            </a:pPr>
            <a:endParaRPr lang="en-US" sz="2400" spc="-126" dirty="0">
              <a:solidFill>
                <a:schemeClr val="bg1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just">
              <a:lnSpc>
                <a:spcPts val="3428"/>
              </a:lnSpc>
              <a:spcBef>
                <a:spcPct val="0"/>
              </a:spcBef>
            </a:pPr>
            <a:r>
              <a:rPr lang="en-US" sz="2400" spc="-124" dirty="0">
                <a:solidFill>
                  <a:schemeClr val="bg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RESEARCH ON PERSONALIZED NUTRITION SYSTEMS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A77978-ED0E-7206-4544-063BB71DB4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06" t="4556" r="1515" b="9384"/>
          <a:stretch>
            <a:fillRect/>
          </a:stretch>
        </p:blipFill>
        <p:spPr>
          <a:xfrm>
            <a:off x="12725400" y="4152900"/>
            <a:ext cx="2895600" cy="28776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5B2617-D969-386A-3FA9-ED6A5CC4CB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690" b="-4826"/>
          <a:stretch>
            <a:fillRect/>
          </a:stretch>
        </p:blipFill>
        <p:spPr>
          <a:xfrm>
            <a:off x="12652393" y="7030510"/>
            <a:ext cx="2130407" cy="10085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72211-DA40-0FB7-16B6-E0C76B006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8724" y="369298"/>
            <a:ext cx="4734875" cy="615553"/>
          </a:xfrm>
        </p:spPr>
        <p:txBody>
          <a:bodyPr/>
          <a:lstStyle/>
          <a:p>
            <a:r>
              <a:rPr lang="en-IN" sz="4000" spc="440" dirty="0"/>
              <a:t>HACK</a:t>
            </a:r>
            <a:r>
              <a:rPr lang="en-IN" sz="4000" spc="-95" dirty="0"/>
              <a:t> </a:t>
            </a:r>
            <a:r>
              <a:rPr lang="en-IN" sz="4000" spc="355" dirty="0"/>
              <a:t>KRMU</a:t>
            </a:r>
            <a:r>
              <a:rPr lang="en-IN" sz="4000" spc="-90" dirty="0"/>
              <a:t> </a:t>
            </a:r>
            <a:r>
              <a:rPr lang="en-IN" sz="4000" spc="80" dirty="0"/>
              <a:t>5.0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EC19CC-F737-62A2-B4AD-6AF3D5257C4D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905000" y="3314700"/>
            <a:ext cx="12801600" cy="2123658"/>
          </a:xfrm>
        </p:spPr>
        <p:txBody>
          <a:bodyPr/>
          <a:lstStyle/>
          <a:p>
            <a:r>
              <a:rPr lang="en-IN" sz="13800" dirty="0">
                <a:solidFill>
                  <a:schemeClr val="bg1"/>
                </a:solidFill>
              </a:rPr>
              <a:t>      </a:t>
            </a:r>
            <a:r>
              <a:rPr lang="en-IN" sz="13800" u="sng" dirty="0">
                <a:solidFill>
                  <a:schemeClr val="bg1"/>
                </a:solidFill>
              </a:rPr>
              <a:t>Thank You!!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B1678649-F52D-97E3-0FA4-73C2670F6FB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6" y="266700"/>
            <a:ext cx="1104899" cy="110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973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</TotalTime>
  <Words>321</Words>
  <Application>Microsoft Office PowerPoint</Application>
  <PresentationFormat>Custom</PresentationFormat>
  <Paragraphs>102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Helvetica World</vt:lpstr>
      <vt:lpstr>Helvetica World Bold</vt:lpstr>
      <vt:lpstr>Times New Roman</vt:lpstr>
      <vt:lpstr>Trebuchet MS</vt:lpstr>
      <vt:lpstr>Office Theme</vt:lpstr>
      <vt:lpstr>Problem Statement ID : PS-6</vt:lpstr>
      <vt:lpstr>HACK KRMU 5.0</vt:lpstr>
      <vt:lpstr>HACK KRMU 5.0</vt:lpstr>
      <vt:lpstr>HACK KRMU 5.0</vt:lpstr>
      <vt:lpstr>HACK KRMU 5.0</vt:lpstr>
      <vt:lpstr>HACK KRMU 5.0</vt:lpstr>
      <vt:lpstr>HACK KRMU 5.0</vt:lpstr>
      <vt:lpstr>HACK KRMU 5.0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 KRMU PPT TEMPLATE</dc:title>
  <dc:creator>Krish Aggarwal</dc:creator>
  <cp:keywords>DAHBqzsT4lM,BAGhmCu1ZoY,0</cp:keywords>
  <cp:lastModifiedBy>Shourya Awasthi</cp:lastModifiedBy>
  <cp:revision>1</cp:revision>
  <dcterms:created xsi:type="dcterms:W3CDTF">2026-02-18T13:05:15Z</dcterms:created>
  <dcterms:modified xsi:type="dcterms:W3CDTF">2026-02-18T18:58:38Z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2026-02-18T00:00:00Z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2026-02-18T00:00:00Z</vt:filetime>
  </property>
  <property fmtid="{D5CDD505-2E9C-101B-9397-08002B2CF9AE}" pid="5" name="Producer">
    <vt:lpwstr>3-Heights(TM) PDF Security Shell 4.8.25.2 (http://www.pdf-tools.com)</vt:lpwstr>
  </property>
</Properties>
</file>